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🎯 Digital Interview Performance</a:t>
            </a:r>
            <a:br/>
            <a:r>
              <a:t>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94A3B8"/>
                </a:solidFill>
                <a:latin typeface="Arial"/>
              </a:defRPr>
            </a:pPr>
            <a:r>
              <a:t>An AI-Driven Proctoring &amp; Evaluation Platform</a:t>
            </a:r>
            <a:br/>
            <a:br/>
            <a:r>
              <a:t>Submitted by: Vir K. Gusai (12202110501063)</a:t>
            </a:r>
            <a:br/>
            <a:r>
              <a:t>BrainyBeam Info-Tech Pvt. Ltd.</a:t>
            </a:r>
            <a:br/>
            <a:r>
              <a:t>GCET | CVM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🔴 Human Bias — Interviewers are prone to unconscious favoritism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🔴 Inconsistency — Evaluation standards vary between interviewers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🔴 Scalability — High-volume recruitment is slow and manual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🔴 Proctoring Integrity — Difficult to verify cheating in remote interviews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🔴 No Data — Traditional interviews produce no quantifiable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✅ Build a Supervised ML model to predict interview performance scores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✅ Integrate Computer Vision for facial presence &amp; emotion detection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✅ Apply NLP for sentiment analysis on candidate speech transcripts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✅ Implement live WebRTC proctoring with cheat detection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✅ Create an AI Video Scorer for asynchronous evaluation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✅ Generate Power BI-style dashboards with actionable suggestions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🐍 Python 3.10+ — Core Runtime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📊 Scikit-Learn — ML Models (Random Forest, Gradient Boosting, Ensemble)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👁️ OpenCV — Haar Cascade face and smile detection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💬 TextBlob — NLP Sentiment Analysis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🎙️ SpeechRecognition + PyAudio — Speech-to-text transcription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🎬 MoviePy — Video-to-audio extraction for AI Video Scorer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🌐 Streamlit + WebRTC — Web UI + Real-time proctoring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📈 Plotly — Interactive gauge charts and radar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Dataset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📁 Source: Kaggle — Virtual Interview Performance Dataset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📊 14 Features: Age, Education Score, Coding Test Score, Confidence,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   Eye Contact, Speech Speed, Filler Words, Interviewer Rating, etc.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🎯 Target: Final Interview Performance Score (Continuous)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🔢 Task Type: Supervised Regression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📐 Preprocessing: StandardScaler normalization, 80/20 train-test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1: Load &amp; preprocess virtual_interview_with_target.csv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2: Train 4 base models — Linear, Random Forest, AdaBoost, GradBoost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3: Build VotingRegressor (Ensemble) combining all 4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4: Evaluate R², MAE, RMSE on 20% test set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5: Select best model (Ensemble if R² ≥ best individual)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6: Save model.pkl, scaler.pkl, feature_columns.pkl via Joblib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EDA: Correlation Heatmap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704088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Feature-to-feature and feature-to-target correlation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EDA: 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382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Random Forest feature importance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EDA: Final Score Distribution</a:t>
            </a:r>
          </a:p>
        </p:txBody>
      </p:sp>
      <p:pic>
        <p:nvPicPr>
          <p:cNvPr id="3" name="Picture 2" descr="distribution_final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382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Histogram of target variable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Application UI — Premium Dark Theme</a:t>
            </a:r>
          </a:p>
        </p:txBody>
      </p:sp>
      <p:pic>
        <p:nvPicPr>
          <p:cNvPr id="3" name="Picture 2" descr="initial_load_1778423495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035871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Glassmorphic inputs, gradient buttons, Outfit font, radial gradient background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Output: Power BI-Style Dashboard</a:t>
            </a:r>
          </a:p>
        </p:txBody>
      </p:sp>
      <p:pic>
        <p:nvPicPr>
          <p:cNvPr id="3" name="Picture 2" descr="final_prediction_dashboard_17784236367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8035871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Gauge chart, radar chart, and actionable suggestions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System Modules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📋 Tabs 1-4: Manual metric input (14 fields in 2/3-column layouts)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🧠 Tab 5: Advanced Analytics — NLP sentiment, OpenCV face, voice tone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🎥 Tab 6: Live Proctoring — WebRTC video + audio + screen share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   → Real-time face tracking with bounding boxes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   → Live speech transcription via Google STT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   → Tab-switch cheat detection via JavaScript injection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🎬 Tab 7: AI Video Scorer — Upload video → auto-score everything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Live Proctoring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👤 Face Tracking: OpenCV detects 0, 1, or multiple faces per frame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   → Green box = candidate detected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   → Red warning = no face OR multiple faces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🎙️ Audio Processing: Buffers mic frames → transcribes on demand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🖥️ Screen Share: JavaScript getDisplayMedia() observes candidate screen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⚠️ Cheat Detection: visibilitychange event fires alert on tab switch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AI Video Scorer — Automated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1: MoviePy extracts audio → SpeechRecognition transcribes speech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2: OpenCV analyzes every 15th frame for face + smile detection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3: TextBlob computes NLP sentiment on the full transcript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4: Compute Eye Contact, Confidence, Voice Tone, NLP scores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5: Generate Plotly Gauge + Radar dashboard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Step 6: AI produces verdict — Excellent / Good / Needs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Scoring &amp; Categorization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Manual Mode (ML Prediction):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→ Score ≥ 20: 🌟 Excellent — Fast-track recommended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→ Score ≥ 12: 👍 Good — Consider with improvements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→ Score &lt; 12: ⚠️ Needs Improvement — Not recommended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AI Video Scorer (CV + NLP):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→ Overall ≥ 7/10: 🌟 Excellent Candidate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→ Overall ≥ 5/10: 👍 Good Candidate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  → Overall &lt; 5/10: ⚠️ Needs Significant Improvement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🧠 Deep Learning: Replace Haar Cascades with CNN (DeepFace/FER+)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🎙️ Streaming ASR: Use OpenAI Whisper for real-time transcription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💾 Database: PostgreSQL for persistent interview history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📄 PDF Reports: Auto-generate downloadable candidate scorecards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🌍 Multi-language: Extend NLP and STT beyond English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  <a:latin typeface="Arial"/>
              </a:defRPr>
            </a:pPr>
            <a:r>
              <a:t>🤸 Body Language: MediaPipe Pose for gesture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94A3B8"/>
                </a:solidFill>
                <a:latin typeface="Arial"/>
              </a:defRPr>
            </a:pPr>
            <a:r>
              <a:t>Digital Interview Performance Scoring System</a:t>
            </a:r>
            <a:br/>
            <a:r>
              <a:t>Vir K. Gusai | BrainyBeam Info-Tech Pvt. Ltd.</a:t>
            </a:r>
            <a:br/>
            <a:r>
              <a:t>GCET | CVM University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